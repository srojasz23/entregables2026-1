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11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— NETFLIX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&amp; Web API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Implementación y Mejores Prácticas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13716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Patrón MVC en ASP.NET Core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Endpoints REST &amp; Códigos HTTP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Web API vs MVC Clásico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Serialización 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Versionado de APIs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Swagger / OpenAPI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Diseño de API de Video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005840"/>
            <a:ext cx="2377440" cy="36576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116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• 2025</a:t>
            </a:r>
            <a:endParaRPr lang="en-US" sz="9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B35638-86AE-5C79-D51E-3352A751E0C6}"/>
              </a:ext>
            </a:extLst>
          </p:cNvPr>
          <p:cNvSpPr txBox="1"/>
          <p:nvPr/>
        </p:nvSpPr>
        <p:spPr>
          <a:xfrm>
            <a:off x="442061" y="2659118"/>
            <a:ext cx="534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ALUMNO : </a:t>
            </a:r>
            <a:r>
              <a:rPr lang="es-MX" dirty="0" err="1">
                <a:solidFill>
                  <a:schemeClr val="bg1"/>
                </a:solidFill>
              </a:rPr>
              <a:t>Beckam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smith</a:t>
            </a:r>
            <a:r>
              <a:rPr lang="es-MX" dirty="0">
                <a:solidFill>
                  <a:schemeClr val="bg1"/>
                </a:solidFill>
              </a:rPr>
              <a:t> Suarez Rubina </a:t>
            </a:r>
            <a:endParaRPr lang="es-PE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46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— Flujo de solicitud HTTP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58568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877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PeliculasController — 4 endpoints 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99816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72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vs MVC Clásico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41064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41064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14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2702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JSON: System.Text.Json vs Newtonsoft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417320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746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de APIs en ASP.NET 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258568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258568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5877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con Swagger / OpenAPI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099816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099816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172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429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API para plataforma de video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941064"/>
            <a:ext cx="4114800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941064"/>
            <a:ext cx="54864" cy="7132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014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42702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Bibliografía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en ASP.NET Core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5176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7556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los datos y la lógica de negocio. Clases POCO, DbContext (EF Core), validaciones con DataAnnotations. No conoce ni View ni Controller.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5176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65176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7556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presentación. En MVC clásico: Razor Pages (.cshtml). En Web API no existe — la respuesta es JSON serializado directamente.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5176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265176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17556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la lógica. Recibe la solicitud HTTP, llama al Model/Service, elige la View o devuelve JSON. Hereda de ControllerBase o Controller.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una Solicitud HTTP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2880" y="3749040"/>
            <a:ext cx="1051560" cy="658368"/>
          </a:xfrm>
          <a:prstGeom prst="rect">
            <a:avLst/>
          </a:prstGeom>
          <a:solidFill>
            <a:srgbClr val="E5091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37490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34440" y="4078224"/>
            <a:ext cx="164592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3749040"/>
            <a:ext cx="1051560" cy="658368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7490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68880" y="4078224"/>
            <a:ext cx="164592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3749040"/>
            <a:ext cx="105156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7490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03320" y="4078224"/>
            <a:ext cx="164592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86200" y="3749040"/>
            <a:ext cx="1051560" cy="65836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7490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4078224"/>
            <a:ext cx="164592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3749040"/>
            <a:ext cx="1051560" cy="658368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7490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4078224"/>
            <a:ext cx="164592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3749040"/>
            <a:ext cx="1051560" cy="65836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7490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06640" y="4078224"/>
            <a:ext cx="164592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3749040"/>
            <a:ext cx="1051560" cy="658368"/>
          </a:xfrm>
          <a:prstGeom prst="rect">
            <a:avLst/>
          </a:prstGeom>
          <a:solidFill>
            <a:srgbClr val="E5091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7490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middleware puede interceptar, modificar o cortocircuitar la solicitud antes de llegar al controlador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PeliculasController — REST Endpoints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303520" cy="3886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[ApiController]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[Route("api/[controller]")]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PeliculasController : ControllerBase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IPeliculaService _service;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PeliculasController(IPeliculaService service) =&gt; _service = service;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[HttpGet]                      // GET /api/peliculas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Task&lt;IActionResult&gt; GetAll()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peliculas = await _service.GetAllAsync();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Ok(peliculas);        // 200 OK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[HttpGet("{id}")]              // GET /api/peliculas/5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Task&lt;IActionResult&gt; GetById(int id)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 = await _service.GetByIdAsync(id);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 is null ? NotFound() : Ok(p); // 404 / 200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[HttpPost]                     // POST /api/peliculas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Task&lt;IActionResult&gt; Create([FromBody] PeliculaDto dto)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created = await _service.CreateAsync(dto);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CreatedAtAction(nameof(GetById),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{ id = created.Id }, created); // 201 Created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[HttpPut("{id}")]              // PUT /api/peliculas/5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Task&lt;IActionResult&gt; Update(int id, [FromBody] PeliculaDto dto)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ok = await _service.UpdateAsync(id, dto);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ok ? NoContent() : NotFound(); // 204 / 404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[HttpDelete("{id}")]           // DELETE /api/peliculas/5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Task&lt;IActionResult&gt; Delete(int id)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ok = await _service.DeleteAsync(id);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ok ? NoContent() : NotFound(); // 204 / 404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8064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y Justificación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371600"/>
            <a:ext cx="3108960" cy="3474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  Estado   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719072"/>
            <a:ext cx="310896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(all)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78040" y="17922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lista de recursos exitosamente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286000"/>
            <a:ext cx="3108960" cy="53035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3225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(id)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2560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/ 404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78040" y="23591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encontrado o no existe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06440" y="2852928"/>
            <a:ext cx="310896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889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78040" y="2926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creado, devuelve Location header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06440" y="3419856"/>
            <a:ext cx="3108960" cy="53035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36941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78040" y="34930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sin cuerpo de respuesta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06440" y="3986784"/>
            <a:ext cx="310896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97880" y="4261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78040" y="405993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Eliminado, sin cuerpo necesario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vs MVC Clásico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560320" cy="4114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097280"/>
            <a:ext cx="2743200" cy="4114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1097280"/>
            <a:ext cx="3017520" cy="411480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Clásico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25603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508760"/>
            <a:ext cx="27432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/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1508760"/>
            <a:ext cx="30175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IActionResult / ViewResult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965960"/>
            <a:ext cx="25603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1965960"/>
            <a:ext cx="274320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1965960"/>
            <a:ext cx="30175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423160"/>
            <a:ext cx="25603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Razor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71800" y="2423160"/>
            <a:ext cx="27432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incluidas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2423160"/>
            <a:ext cx="30175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.cshtml completo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880360"/>
            <a:ext cx="25603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71800" y="2880360"/>
            <a:ext cx="274320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[ApiController]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2880360"/>
            <a:ext cx="30175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[Controller]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337560"/>
            <a:ext cx="25603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71800" y="3337560"/>
            <a:ext cx="27432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6324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06440" y="3337560"/>
            <a:ext cx="30175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text/html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794760"/>
            <a:ext cx="25603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71800" y="3794760"/>
            <a:ext cx="274320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632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SPA, móvil, microservices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06440" y="3794760"/>
            <a:ext cx="30175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9788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 web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389120"/>
            <a:ext cx="4114800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165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Usa Web API cuando construyes backends para React/Angular, apps móviles o microservicios.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389120"/>
            <a:ext cx="42519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44165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Usa MVC Clásico cuando el servidor renderiza HTML y se requiere SEO o server-side rendering.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JSON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783080"/>
          </a:xfrm>
          <a:prstGeom prst="rect">
            <a:avLst/>
          </a:prstGeom>
          <a:solidFill>
            <a:srgbClr val="0D0D0D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System.Text.Json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System.Text.Json (.NET 6+)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System.Text.Json;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options = new JsonSerializerOptions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PropertyNamingPolicy = JsonNamingPolicy.CamelCase,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WriteIndented = true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Serializar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JsonSerializer.Serialize(pelicula, options);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Deserializar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obj = JsonSerializer.Deserialize&lt;Pelicula&gt;(json, options);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14800" cy="1783080"/>
          </a:xfrm>
          <a:prstGeom prst="rect">
            <a:avLst/>
          </a:prstGeom>
          <a:solidFill>
            <a:srgbClr val="0D0D0D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Newtonsoft.Json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0600" y="1307592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Newtonsoft.Json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Newtonsoft.Json;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settings = new JsonSerializerSettings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ContractResolver = new CamelCasePropertyNamesContractResolver(),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Formatting = Formatting.Indented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JsonConvert.SerializeObject(pelicula, settings);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obj = JsonConvert.DeserializeObject&lt;Pelicula&gt;(json, settings);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0040" y="2971800"/>
            <a:ext cx="2743200" cy="329184"/>
          </a:xfrm>
          <a:prstGeom prst="rect">
            <a:avLst/>
          </a:prstGeom>
          <a:solidFill>
            <a:srgbClr val="E509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26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2971800"/>
            <a:ext cx="2743200" cy="329184"/>
          </a:xfrm>
          <a:prstGeom prst="rect">
            <a:avLst/>
          </a:prstGeom>
          <a:solidFill>
            <a:srgbClr val="E509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026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System.Text.Json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2971800"/>
            <a:ext cx="2743200" cy="329184"/>
          </a:xfrm>
          <a:prstGeom prst="rect">
            <a:avLst/>
          </a:prstGeom>
          <a:solidFill>
            <a:srgbClr val="E509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026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Newtonsoft.Json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19272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74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3319272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374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2-3x más rápido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3319272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374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lento, más alloc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666744"/>
            <a:ext cx="2743200" cy="32918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21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.NET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3666744"/>
            <a:ext cx="2743200" cy="32918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721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 (built-in)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3666744"/>
            <a:ext cx="2743200" cy="32918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721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NuGet externo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014216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69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54680" y="4014216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4069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4014216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4069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Muy extensible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361688"/>
            <a:ext cx="2743200" cy="32918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16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54680" y="4361688"/>
            <a:ext cx="2743200" cy="32918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416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 alto tráfico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4361688"/>
            <a:ext cx="2743200" cy="32918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4416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complejos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709160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764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circular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54680" y="4709160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764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configuración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89320" y="4709160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4764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Soporte nativo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de APIs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47472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1737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Netflix lo necesita?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dispositivos con versiones distintas de la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TVs, móviles y navegadores no se actualizan al mismo tiempo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sin versionado romperían clientes en producción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deprecar endpoints gradualmente sin downtime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1097280"/>
            <a:ext cx="4846320" cy="37947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11430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Instalar paquete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Install-Package Asp.Versioning.Mvc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Program.cs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builder.Services.AddApiVersioning(opt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opt.DefaultApiVersion = new ApiVersion(1, 0);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opt.AssumeDefaultVersionWhenUnspecified = true;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opt.ReportApiVersions = true;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opt.ApiVersionReader = ApiVersionReader.Combine(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UrlSegmentApiVersionReader(),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HeaderApiVersionReader("x-api-version")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}).AddMvc();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Controller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[ApiController]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[Route("api/v{version:apiVersion}/[controller]")]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[ApiVersion("1.0")]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[ApiVersion("2.0")]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PeliculasController : ControllerBase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[HttpGet, MapToApiVersion("1.0")]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IActionResult GetV1() =&gt; Ok(new { version = "v1" });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[HttpGet, MapToApiVersion("2.0")]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IActionResult GetV2() =&gt; Ok(new { version = "v2", extras = true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" y="2944368"/>
            <a:ext cx="3474720" cy="475488"/>
          </a:xfrm>
          <a:prstGeom prst="rect">
            <a:avLst/>
          </a:prstGeom>
          <a:solidFill>
            <a:srgbClr val="2A1A1A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80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Segment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/api/v1/peliculas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77440" y="30723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visible y simple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3474720" cy="47548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93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x-api-version: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3584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limpia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3474720" cy="47548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?api-version=1.0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7744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probar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en .NET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029200" cy="3886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Instalar paquetes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Install-Package Swashbuckle.AspNetCore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Program.cs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builder.Services.AddEndpointsApiExplorer();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builder.Services.AddSwaggerGen(c =&gt; {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c.SwaggerDoc("v1", new OpenApiInfo {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= "Netflix API",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Version = "v1",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 = "API para gestión de películas y series",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 = new OpenApiContact {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 = "Equipo Backend",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Email = "api@netflix.com"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Incluir comentarios XML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xmlFile = $"{Assembly.GetEntryAssembly().GetName().Name}.xml";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c.IncludeXmlComments(Path.Combine(AppContext.BaseDirectory, xmlFile));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(app.Environment.IsDevelopment()) {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app.UseSwagger();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app.UseSwaggerUI(c =&gt; {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c.SwaggerEndpoint("/swagger/v1/swagger.json", "Netflix API v1");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c.RoutePrefix = string.Empty; // Swagger en raíz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Decorar endpoints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&lt;summary&gt;Obtiene todas las películas disponibles&lt;/summary&gt;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&lt;response code="200"&gt;Lista de películas&lt;/response&gt;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[HttpGet, ProducesResponseType(typeof(IEnumerable&lt;PeliculaDto&gt;), 200)]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GetAll() { ... }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557784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el equipo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3291840" cy="62179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463040"/>
            <a:ext cx="54864" cy="62179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508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viva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sincronizada con el código real, no hay docs desactualizados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2139696"/>
            <a:ext cx="3291840" cy="62179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139696"/>
            <a:ext cx="54864" cy="62179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1854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integrado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24597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endpoints directamente en la UI sin Postman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2816352"/>
            <a:ext cx="3291840" cy="62179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816352"/>
            <a:ext cx="54864" cy="62179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862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3136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backend acuerdan la interfaz antes de implementar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3493008"/>
            <a:ext cx="3291840" cy="62179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493008"/>
            <a:ext cx="54864" cy="62179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5387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clientes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3813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SDKs para TypeScript, Python, etc. automáticamente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77840" y="4169664"/>
            <a:ext cx="3291840" cy="62179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4169664"/>
            <a:ext cx="54864" cy="62179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42153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4489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JWT Bearer, OAuth2 y API Keys en la UI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API para Plataforma de Video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685800" cy="420624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8992" y="1188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/api/v1/contenido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0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paginada de películas y series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54480"/>
            <a:ext cx="685800" cy="420624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544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8992" y="1645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/api/v1/contenido/{id}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con cast, géneros y metadata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11680"/>
            <a:ext cx="685800" cy="420624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116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" y="2103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/api/v1/contenido/{id}/streaming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firmada para reproducción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468880"/>
            <a:ext cx="685800" cy="420624"/>
          </a:xfrm>
          <a:prstGeom prst="rect">
            <a:avLst/>
          </a:prstGeom>
          <a:solidFill>
            <a:srgbClr val="1A1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688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8992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/api/v1/usuarios/{id}/lista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 Mi Lista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26080"/>
            <a:ext cx="685800" cy="420624"/>
          </a:xfrm>
          <a:prstGeom prst="rect">
            <a:avLst/>
          </a:prstGeom>
          <a:solidFill>
            <a:srgbClr val="3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260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8992" y="3017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/api/v1/usuarios/{id}/lista/{cId}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de Mi Lista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38328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383280"/>
            <a:ext cx="685800" cy="420624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832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/api/v1/usuarios/{id}/historial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reproducción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84048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840480"/>
            <a:ext cx="685800" cy="420624"/>
          </a:xfrm>
          <a:prstGeom prst="rect">
            <a:avLst/>
          </a:prstGeom>
          <a:solidFill>
            <a:srgbClr val="1A1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8404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" y="3931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/api/v1/busqueda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full-text con filtros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29768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297680"/>
            <a:ext cx="685800" cy="420624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2976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8992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/api/v1/recomendaciones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personalizadas (ML)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solidFill>
            <a:srgbClr val="2A1A1A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91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 de respuesta estándar:  { "data": [...], "meta": { "page": 1, "total": 300 }, "error": null 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11155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separa responsabilidades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463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MVC en ASP.NET Core permite equipos trabajar en paralelo: el frontend consume la API sin conocer la implementación interna del backend.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1155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HTTP codes = contrato claro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9472" y="1463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correctamente 200, 201, 204, 404 y 400 evita ambigüedades y permite que los clientes manejen errores de forma predecible.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20624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31720"/>
            <a:ext cx="54864" cy="11155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es la elección moderna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26974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plataformas como Netflix, Web API supera a MVC clásico al servir clientes heterogéneos (móvil, TV, web) con un único backend.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20624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331720"/>
            <a:ext cx="54864" cy="11155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System.Text.Json es el estándar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9472" y="26974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2-3x superior lo hace ideal para APIs de alto tráfico; Newtonsoft sigue siendo relevante para casos complejos.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420624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66160"/>
            <a:ext cx="54864" cy="11155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es sostenibilidad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" y="3931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gestiona decenas de versiones simultáneas. El versionado de APIs permite evolucionar sin romper clientes existentes.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20624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11155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= documentación viva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3931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OpenAPI reduce el tiempo de onboarding de nuevos desarrolladores y elimina documentación desactualizada.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(2024). 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0312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Overview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0" y="1234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https://learn.microsoft.com/en-us/aspnet/core/mvc/overview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91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(2024).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03120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web API with ASP.NET Core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0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https://learn.microsoft.com/en-us/aspnet/core/tutorials/first-web-api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488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(2024).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03120" y="2148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System.Text.Json overview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0" y="2148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https://learn.microsoft.com/en-us/dotnet/standard/serialization/system-text-json/overview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06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Newtonsoft (2024).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0312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Json.NET Documentation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https://www.newtonsoft.com/json/help/html/Introduction.htm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63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Asp.Versioning (2024).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0312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API Versioning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https://github.com/dotnet/aspnet-api-versioning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42900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520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Swashbuckle (2024).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0312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Swashbuckle.AspNetCore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https://github.com/domaindrivendev/Swashbuckle.AspNetCore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886200"/>
            <a:ext cx="850392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Tech Blog (2023).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0312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API Architecture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0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https://netflixtechblog.com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4343400"/>
            <a:ext cx="850392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4348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Fielding, R. (2000).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0312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Styles and the Design of Network-based Software Architectures (REST)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0" y="4434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Irvine Dissertation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731520"/>
            <a:ext cx="3291840" cy="36576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8229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92240" y="1005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Netflix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•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2006</Words>
  <Application>Microsoft Office PowerPoint</Application>
  <PresentationFormat>Presentación en pantalla (16:9)</PresentationFormat>
  <Paragraphs>362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2 — Netflix: ASP.NET Core Web API</dc:title>
  <dc:subject>PptxGenJS Presentation</dc:subject>
  <dc:creator>PptxGenJS</dc:creator>
  <cp:lastModifiedBy>SUAREZ RUBINA, BECKAM SMITH</cp:lastModifiedBy>
  <cp:revision>2</cp:revision>
  <dcterms:created xsi:type="dcterms:W3CDTF">2026-04-22T00:43:51Z</dcterms:created>
  <dcterms:modified xsi:type="dcterms:W3CDTF">2026-04-22T00:51:08Z</dcterms:modified>
</cp:coreProperties>
</file>