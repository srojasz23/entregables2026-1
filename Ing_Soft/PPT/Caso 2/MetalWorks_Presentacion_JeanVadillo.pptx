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SISTEMA INTEGRADO DE PLANIFICACIÓN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 PRODUCCIÓN Y CONTROL DE INVENTARIOS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</a:defRPr>
            </a:pPr>
            <a:r>
              <a:t>MetalWorks Perú S.A.C.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Curso: Ingeniería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dirty="0" err="1"/>
              <a:t>Integrante</a:t>
            </a:r>
            <a:r>
              <a:rPr lang="es-MX" dirty="0"/>
              <a:t>s</a:t>
            </a:r>
            <a:r>
              <a:rPr dirty="0"/>
              <a:t>: Mamani Arias, César Brandon</a:t>
            </a:r>
            <a:endParaRPr lang="es-MX" dirty="0"/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lang="es-PE" dirty="0"/>
              <a:t>                       Vadillo Moran, Jean Paul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Contexto y Problema Identificado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MetalWorks Perú — Fabricante de piezas metálicas para la industria automotriz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Procesos: Corte → Moldeado → Soldadura → Ensamblaje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Situación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Planificación con hojas de cálculo manuales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Cada jefe de área registra avances en documentos aislados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No existe visión global del estado de producción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Inventario desincronizado de la planificación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Problemas detectados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06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Falta de integración entre áreas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Desincronización inventario ↔ producción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Detección tardía de cuellos de botella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Retrasos en entregas a clientes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Detenciones de líneas y stock acumulado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Objetivo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Desarrollar un sistema web integrado que permita planificar la producción, controlar inventarios y dar seguimiento a las órdenes de trabajo en tiempo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</a:defRPr>
            </a:pPr>
            <a:r>
              <a:t>Objetivos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Centralizar la gestión de órdenes de fabricación en una plataforma única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Sincronizar inventario de materias primas con la planificación de producción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Proporcionar visibilidad en tiempo real del avance de cada etapa productiva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Generar alertas automáticas ante falta de materiales o cuellos de botella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Permitir estimación de tiempos de entrega basada en datos reales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Actores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Jefe de Producción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Crea y gestiona órdenes, asigna prioridades, consulta reportes globales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Jefe de 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Registra avance en su etapa: corte, moldeado, soldadura o ensamblaje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Almacenero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Registra entradas/salidas de materia prima y actualiza el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Gerente General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Consulta dashboards y reportes estratégicos de rendimiento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Sistema (auto)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577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Genera alertas, calcula estimaciones y sincroniza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Requerimientos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Requerimiento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188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Prioridad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18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184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Gestionar (CRUD) órdenes de fabricación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618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025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0253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Asignar órdenes a líneas de producción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0025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22576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386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38658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Registrar avance de producción por etapa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386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06624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770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7706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Gestionar movimientos de inventario (entrada/salida/reserva/devolución)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770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90672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1546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154679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Validar disponibilidad de materiales (stock disponible)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1546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74720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5387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538727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Generar alertas automáticas (stock bajo, cuellos de botella)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5387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5876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92277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Visualizar dashboard con estado global de producción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922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</a:defRPr>
            </a:pPr>
            <a:r>
              <a:t>Media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42816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3068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30682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Calcular estimación de tiempo de entrega por orden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43068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</a:defRPr>
            </a:pPr>
            <a:r>
              <a:t>Media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26864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690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469087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Generar reportes por período, área y producto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690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</a:defRPr>
            </a:pPr>
            <a:r>
              <a:t>Media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010912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07492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Gestionar usuarios y roles (RBAC)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Alta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394959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5458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45896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Registrar historial de cambios en órdenes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458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</a:defRPr>
            </a:pPr>
            <a:r>
              <a:t>Baja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79007"/>
            <a:ext cx="112471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5843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RF12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84301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Exportar reportes en PDF / Excel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58430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</a:defRPr>
            </a:pPr>
            <a:r>
              <a:t>Baja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Requerimientos No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53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Tiempo de respuesta &lt; 2 segundos en consultas habituales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Disponibilidad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93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99% en horario laboral (Lun-Sáb, 6am-10pm)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334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Autenticación con JWT y control RBAC por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73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Usabilidad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2735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Interfaz intuitiva, ≤ 2 horas de capacitación por usuario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Compatibilidad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9136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Chrome, Firefox y Edge (últimas 2 versiones)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53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Escalabilidad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5537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50 usuarios concurrentes, 1000 órdenes activas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193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93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Mantenibilidad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1937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Arquitectura modular MVC por capas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833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RNF08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833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Respaldo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8338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Backup automático diario de la base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Diagrama de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sos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75" y="1097280"/>
            <a:ext cx="2535944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Actores: Jefe de Producción, Jefe de Área, Almacenero, Gerente General,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Diagrama de Clases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132" y="1097280"/>
            <a:ext cx="440343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Clases principales: OrdenFabricacion, EtapaProduccion, MateriaPrima, MovimientoInventario, Alerta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Diagrama de Secuencia — Crear Orden de Fabricación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120" y="1097280"/>
            <a:ext cx="4137455" cy="48463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Flujo: validación → verificación de stock disponible → reserva automática → notificación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Diagrama BPMN — Planificación y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p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47" y="1097280"/>
            <a:ext cx="21338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Proceso completo desde recepción del pedido hasta entrega al cliente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Diagrama de Actividades — Seguimiento de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ctiv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43" y="1097280"/>
            <a:ext cx="8029808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Verificación de avance por etapas en paralelo con detección de retrasos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</a:defRPr>
            </a:pPr>
            <a:r>
              <a:t>Monolito Modular en capas (MVC)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6400800" cy="777240"/>
          </a:xfrm>
          <a:prstGeom prst="roundRect">
            <a:avLst/>
          </a:prstGeom>
          <a:solidFill>
            <a:srgbClr val="FFE080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CAPA DE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React.js (SPA) + 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6400800" cy="777240"/>
          </a:xfrm>
          <a:prstGeom prst="roundRect">
            <a:avLst/>
          </a:prstGeom>
          <a:solidFill>
            <a:srgbClr val="A8E6A1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CAPA DE API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Node.js + Express.js + 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6400800" cy="777240"/>
          </a:xfrm>
          <a:prstGeom prst="roundRect">
            <a:avLst/>
          </a:prstGeom>
          <a:solidFill>
            <a:srgbClr val="FFB3A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LÓGICA DE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587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Producción · Inventario · Alertas · Reportes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6400800" cy="777240"/>
          </a:xfrm>
          <a:prstGeom prst="roundRect">
            <a:avLst/>
          </a:prstGeom>
          <a:solidFill>
            <a:srgbClr val="A8C8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CAPA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Prisma 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03520"/>
            <a:ext cx="6400800" cy="777240"/>
          </a:xfrm>
          <a:prstGeom prst="roundRect">
            <a:avLst/>
          </a:prstGeom>
          <a:solidFill>
            <a:srgbClr val="C8B8E0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376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</a:defRPr>
            </a:pPr>
            <a:r>
              <a:t>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8756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Frontend: React + Tailwind CSS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Backend: Node.js + Express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ORM: Prisma (type-safe)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BD: PostgreSQL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Auth: JWT (stateless)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Despliegue: Docker + Nginx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Prototipo de Interfaz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5F"/>
                </a:solidFill>
              </a:defRPr>
            </a:pPr>
            <a:r>
              <a:t>Prototipo HTML interactivo en /prototipos/index.html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Autenticación de usuarios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KPIs, órdenes activas y alertas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Órdenes de Fabricación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CRUD con filtros y búsqueda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916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Detalle de Orden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231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Timeline de etapas y % avance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6908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Inventario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00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Stock Actual / Reservado / Disponible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06908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37560" y="406908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Movimientos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800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Entrada / Salida / Reserva / Devolución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6908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06908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Reportes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00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Gráficos de producción y eficiencia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06908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8280" y="4069080"/>
            <a:ext cx="274320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4160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Gestión de Usuarios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8006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Roles y permisos (RBAC)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Metodología de Desarrollo —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Justificación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Requisitos pueden evolucionar durante el desarrollo del proyecto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Permite entregas incrementales funcionales validadas con el cliente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Adecuada para equipos pequeños con sprints cortos de 2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Sprints planificados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Sprint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64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Configuración entorno, diseño BD, prototipos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73152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76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Sprint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764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Autenticación + CRUD órdenes de fabricación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Sprint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879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Módulo inventario + validación de materiales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73152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99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Sprint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994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Seguimiento por etapas +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010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Sprint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109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Alertas automáticas + reportes + ajustes finales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Equipo y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918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Mamani Arias C. — PO / SM / Full-Stack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Daily standup diario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Sprint Review + Retrospective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GitHub Projects (Kanban)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Git para control de versiones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Beneficios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</a:defRPr>
            </a:pPr>
            <a:r>
              <a:t>Beneficios de la 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Visibilidad en tiempo real del estado de producción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Reducción de retrasos por alertas proactivas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Mejor estimación de fechas de entrega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Eliminación de duplicidad de información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Trazabilidad completa de cada orden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Toma de decisiones basada en datos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</a:defRPr>
            </a:pPr>
            <a:r>
              <a:t>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Conclusión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El sistema resuelve los tres problemas centrales: falta de integración, desincronización inventario-producción y detección tardía. Centraliza la información en una plataforma única, eliminando la dependencia de hojas de cálculo aisladas.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886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3A5F"/>
                </a:solidFill>
              </a:defRPr>
            </a:pPr>
            <a:r>
              <a:t>Conclusión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1605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La arquitectura monolítica modular (React + Node.js + PostgreSQL) junto a Scrum garantiza viabilidad técnica, mantenibilidad y entrega en plazo académico. El enfoque incremental reduce el riesgo de cada módulo.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1033</Words>
  <Application>Microsoft Office PowerPoint</Application>
  <PresentationFormat>Panorámica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Paul Vadillo Moran</cp:lastModifiedBy>
  <cp:revision>2</cp:revision>
  <dcterms:created xsi:type="dcterms:W3CDTF">2013-01-27T09:14:16Z</dcterms:created>
  <dcterms:modified xsi:type="dcterms:W3CDTF">2026-04-08T18:12:24Z</dcterms:modified>
  <cp:category/>
</cp:coreProperties>
</file>